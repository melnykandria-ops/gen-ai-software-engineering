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Вітаю! Мій capstone — банківський пайплайн обробки транзакцій, який повністю збудували AI-агенти. Покажу і систему, і те, ЯК агенти її створювали.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Кожна транзакція у вхідних даних засіяна під конкретне правило — і кожна відпрацювала рівно за спекою. Гроші — тільки Decimal, PII маскується в кожному рядку аудиту.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не мокап — реальний вивід інтегратора: всі 8 транзакцій дійшли до термінального статусу, сумарні комісії 26.00.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Демонстрація обох станів хука: підняв поріг до 99.5% — push заблоковано з exit 2; на реальному гейті 80% — пропускає.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context7 підказав quantize/ROUND_HALF_UP і --cov-fail-under — обидва застосовані. Власний сервер pipeline-status відповідає на get_transaction_status і віддає ресурс pipeline://summary.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64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92608"/>
            <a:ext cx="1280160" cy="5712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" y="118872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Capstone Defense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56032" y="1444752"/>
            <a:ext cx="2816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GenAI and Agentic AI for Software Engineering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Homework 6 · Final Capstone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0" y="1627632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AI-Powered Multi-Agent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Banking Pipeline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3657600" y="3346704"/>
            <a:ext cx="5212080" cy="2286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0" y="343814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Андрій Мельник · 12.08.2026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45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703320" cy="422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Задача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892040" y="1308608"/>
            <a:ext cx="38404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Що вимагав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92040" y="1638046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4 мета-агенти, які СТВОРЮЮТЬ систему: специфікація → код → тести → документація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2168906"/>
            <a:ext cx="3840480" cy="60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Результат їх роботи — робочий пайплайн обробки транзакцій (validator, fraud detection, settlement)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2901188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Здається і те, і інше: агенти + згенерована ними система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3432048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Стек:</a:t>
            </a:r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Python 3.11, лише stdlib у пайплайні; FastMCP; pytest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Підхід: spec first, agents build, human verifies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831086"/>
            <a:ext cx="8412480" cy="1737360"/>
          </a:xfrm>
          <a:prstGeom prst="roundRect">
            <a:avLst>
              <a:gd name="adj" fmla="val 8421"/>
            </a:avLst>
          </a:prstGeom>
          <a:solidFill>
            <a:srgbClr val="EAF0FF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31086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Специфікація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2295144" y="1831086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+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679192" y="1831086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Агенти-виконавці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79976" y="1831086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64024" y="1831086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Незалежна верифікація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64808" y="1831086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48856" y="1831086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Продакшн-якість без ручного коду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5760" y="44577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1645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577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Специфікація — закон: кожен поріг, кожна комісія, кожен статус визначені до першого рядка коду.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Чотири мета-агенти — і їхні «фішки»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48690" y="978408"/>
            <a:ext cx="786384" cy="786384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5" name="Text 3"/>
          <p:cNvSpPr/>
          <p:nvPr/>
        </p:nvSpPr>
        <p:spPr>
          <a:xfrm>
            <a:off x="948690" y="9784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11096"/>
            <a:ext cx="15864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Specification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85216" y="2386584"/>
            <a:ext cx="1513332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Слеш-команда /write-spec генерує спеку за шаблоном курсу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9172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102102" y="978408"/>
            <a:ext cx="786384" cy="786384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10" name="Text 8"/>
          <p:cNvSpPr/>
          <p:nvPr/>
        </p:nvSpPr>
        <p:spPr>
          <a:xfrm>
            <a:off x="3102102" y="9784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⚙️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02052" y="1911096"/>
            <a:ext cx="15864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38628" y="2386584"/>
            <a:ext cx="1513332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Досліджує фреймворки через MCP context7 — 3 живі запити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72584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255514" y="978408"/>
            <a:ext cx="786384" cy="786384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5255514" y="9784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🧪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55464" y="1911096"/>
            <a:ext cx="15864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Unit tests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2386584"/>
            <a:ext cx="1513332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Coverage-хук блокує git push, якщо покриття &lt; 80%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25996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8926" y="978408"/>
            <a:ext cx="786384" cy="786384"/>
          </a:xfrm>
          <a:prstGeom prst="ellipse">
            <a:avLst/>
          </a:prstGeom>
          <a:solidFill>
            <a:srgbClr val="EA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8926" y="9784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📄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08876" y="1911096"/>
            <a:ext cx="15864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045452" y="2386584"/>
            <a:ext cx="1513332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README з іменем автора, ASCII-діаграма, HOWTORUN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703320" cy="422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5 runtime-агентів,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JSON-файли,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нуль залежностей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92040" y="1079881"/>
            <a:ext cx="38404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Конвеєр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892040" y="1409319"/>
            <a:ext cx="38404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Transaction Validator — поля, суми, ISO 4217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92040" y="1738757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Fraud Detector — ризик-скор: &gt;$10k, structuring, нічні, cross-border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2269617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Compliance Checker — watchlist, CTR-записи для &gt;$10k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2800477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Settlement Processor — комісії в Decimal, ROUND_HALF_UP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3331337"/>
            <a:ext cx="38404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Reporting Agent — результати + зведення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3660775"/>
            <a:ext cx="3840480" cy="402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86"/>
              </a:lnSpc>
              <a:buNone/>
            </a:pPr>
            <a:r>
              <a:rPr lang="en-US" sz="13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Протокол:</a:t>
            </a:r>
            <a:pPr indent="0" marL="0">
              <a:lnSpc>
                <a:spcPts val="158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 shared/input → processing → output → results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8 засіяних транзакцій — кожен кейс спрацював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667512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5212080"/>
              </a:tblGrid>
              <a:tr h="575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</a:t>
                      </a:r>
                      <a:endParaRPr lang="en-US" sz="14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Статус</a:t>
                      </a:r>
                      <a:endParaRPr lang="en-US" sz="14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Деталь</a:t>
                      </a:r>
                      <a:endParaRPr lang="en-US" sz="14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5EE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TXN001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✅ settled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комісія 7.50, net 1492.50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TXN002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⏸ held for review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$25 000 → risk 50, CTR filed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TXN003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❌ rejected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watchlist_hit (ACC-9999), structuring 30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TXN004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✅ settled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risk 40: нічна + cross-border + api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TXN005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⏸ held for review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$75 000 → risk 50, CTR filed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TXN006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❌ rejected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invalid_currency (XYZ)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TXN007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❌ rejected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non_positive_amount (−100.00)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TXN008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✅ settled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Proxima Nova" pitchFamily="34" charset="0"/>
                          <a:ea typeface="Proxima Nova" pitchFamily="34" charset="-122"/>
                          <a:cs typeface="Proxima Nova" pitchFamily="34" charset="-120"/>
                        </a:rPr>
                        <a:t>комісія 16.00, net 3184.00</a:t>
                      </a:r>
                      <a:endParaRPr lang="en-US" sz="1100" dirty="0">
                        <a:latin typeface="Proxima Nova" charset="0"/>
                        <a:ea typeface="Proxima Nova" charset="0"/>
                        <a:cs typeface="Proxima Nov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Реальний прогін: python integrator.py → exit 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380744"/>
            <a:ext cx="8412480" cy="3579876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/>
        </p:spPr>
      </p:sp>
      <p:pic>
        <p:nvPicPr>
          <p:cNvPr id="4" name="Image 0" descr="/Users/Andrew/Desktop/gen-ai-software-engineering/homework-6/docs/screenshots/pipeline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981" y="1527048"/>
            <a:ext cx="6818037" cy="3287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Якість цифрами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11996"/>
            <a:ext cx="1586484" cy="14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190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85216" y="3157515"/>
            <a:ext cx="1513332" cy="128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тестів — усі зелені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19172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702052" y="1611996"/>
            <a:ext cx="1586484" cy="14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99 %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38628" y="3157515"/>
            <a:ext cx="1513332" cy="128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покриття (гейт 80%)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72584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855464" y="1611996"/>
            <a:ext cx="1586484" cy="14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exit 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92040" y="3157515"/>
            <a:ext cx="1513332" cy="128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хук блокує push при &lt; 80%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25996" y="667512"/>
            <a:ext cx="1952244" cy="4293108"/>
          </a:xfrm>
          <a:prstGeom prst="roundRect">
            <a:avLst>
              <a:gd name="adj" fmla="val 7494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08876" y="1611996"/>
            <a:ext cx="1586484" cy="1459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45EE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045452" y="3157515"/>
            <a:ext cx="1513332" cy="128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PII у логах (усе масковано)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Coverage-хук у дії: блокує і пропускає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96696"/>
            <a:ext cx="8412480" cy="3963924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/>
        </p:spPr>
      </p:sp>
      <p:pic>
        <p:nvPicPr>
          <p:cNvPr id="4" name="Image 0" descr="/Users/Andrew/Desktop/gen-ai-software-engineering/homework-6/docs/screenshots/hook-tri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709" y="1143000"/>
            <a:ext cx="7614581" cy="3671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Два MCP: context7 (research) + власний FastMCP-сервер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380744"/>
            <a:ext cx="8412480" cy="3579876"/>
          </a:xfrm>
          <a:prstGeom prst="roundRect">
            <a:avLst>
              <a:gd name="adj" fmla="val 4087"/>
            </a:avLst>
          </a:prstGeom>
          <a:solidFill>
            <a:srgbClr val="FFFFFF"/>
          </a:solidFill>
          <a:ln/>
        </p:spPr>
      </p:sp>
      <p:pic>
        <p:nvPicPr>
          <p:cNvPr id="4" name="Image 0" descr="/Users/Andrew/Desktop/gen-ai-software-engineering/homework-6/docs/screenshots/mcp-inter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981" y="1527048"/>
            <a:ext cx="6818037" cy="32872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645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703320" cy="422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Шлях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програмою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892040" y="1165098"/>
            <a:ext cx="38404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6 домашок — 5 approved + capstone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92040" y="1479042"/>
            <a:ext cx="38404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HW1 · Banking API — перший AI-assisted проєкт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92040" y="1792986"/>
            <a:ext cx="38404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HW2 · Support system — 158 тестів від 8 паралельних агентів, GR8-стиль фронт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2292858"/>
            <a:ext cx="38404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HW3 · Специфікація — 4-лінзове адверсарне рев'ю, 30+ знахідок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2792730"/>
            <a:ext cx="38404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HW4 · Агент-пайплайн — модель під кожну роль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3106674"/>
            <a:ext cx="38404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HW5 · MCP — GitHub, Filesystem, Notion + власний FastMCP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3606546"/>
            <a:ext cx="38404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HW6 · Capstone — все разом: агенти будують систему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4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>
                    <a:alpha val="75000"/>
                  </a:srgbClr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Головне, що я забираю з курсу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572768"/>
            <a:ext cx="7589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Агенти масштабують руки. Специфікація і верифікація масштабують довіру.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82000"/>
                  </a:srgbClr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Кожен артефакт цього capstone згенеровано агентом — і кожен перевірено незалежно.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4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Питання?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2000"/>
                  </a:srgbClr>
                </a:solidFill>
                <a:latin typeface="Proxima Nova" pitchFamily="34" charset="0"/>
                <a:ea typeface="Proxima Nova" pitchFamily="34" charset="-122"/>
                <a:cs typeface="Proxima Nova" pitchFamily="34" charset="-120"/>
              </a:rPr>
              <a:t>github.com/melnykandria-ops/gen-ai-software-engineering · PR #6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2026-08-12T12:03:50Z</dcterms:created>
  <dcterms:modified xsi:type="dcterms:W3CDTF">2026-08-12T12:03:50Z</dcterms:modified>
</cp:coreProperties>
</file>